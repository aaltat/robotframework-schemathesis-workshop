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28771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081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93874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3177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24680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670387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62689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1615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807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3337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57879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0BA4007-F56A-F140-B493-A3982C2A9EB4}" type="datetimeFigureOut">
              <a:rPr lang="en-FI" smtClean="0"/>
              <a:t>12.3.2026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803DE2A-E8D2-3F4B-A785-30EA5DE5D20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14586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DC7CC-8C03-999B-2FF0-A26AAB88D4BB}"/>
              </a:ext>
            </a:extLst>
          </p:cNvPr>
          <p:cNvSpPr/>
          <p:nvPr/>
        </p:nvSpPr>
        <p:spPr>
          <a:xfrm>
            <a:off x="1017266" y="1087394"/>
            <a:ext cx="5782962" cy="46832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b="1" dirty="0" err="1"/>
              <a:t>SchemathesisLibrary</a:t>
            </a:r>
            <a:endParaRPr lang="en-FI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AA81C3-5417-FDF7-AA02-06CF3999CD31}"/>
              </a:ext>
            </a:extLst>
          </p:cNvPr>
          <p:cNvSpPr/>
          <p:nvPr/>
        </p:nvSpPr>
        <p:spPr>
          <a:xfrm>
            <a:off x="1771028" y="1556951"/>
            <a:ext cx="4880919" cy="421365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b="1" dirty="0"/>
              <a:t>DataDriver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2A7C13-F43A-5E1A-3174-0F16AA75F434}"/>
              </a:ext>
            </a:extLst>
          </p:cNvPr>
          <p:cNvSpPr/>
          <p:nvPr/>
        </p:nvSpPr>
        <p:spPr>
          <a:xfrm>
            <a:off x="2870779" y="2063579"/>
            <a:ext cx="3645243" cy="370702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b="1" dirty="0" err="1"/>
              <a:t>Schemathesis</a:t>
            </a:r>
            <a:endParaRPr lang="en-GB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D6FBF9-57B3-7367-DE69-869F4A90CD5E}"/>
              </a:ext>
            </a:extLst>
          </p:cNvPr>
          <p:cNvSpPr/>
          <p:nvPr/>
        </p:nvSpPr>
        <p:spPr>
          <a:xfrm>
            <a:off x="3669474" y="3918374"/>
            <a:ext cx="2681061" cy="1712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GB" b="1" dirty="0"/>
              <a:t>Hypothesis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8B3845-85C5-2E32-2433-E3AC9DC14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28135" y="4050782"/>
            <a:ext cx="1422400" cy="1447800"/>
          </a:xfrm>
          <a:prstGeom prst="rect">
            <a:avLst/>
          </a:prstGeom>
        </p:spPr>
      </p:pic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D86B8B86-A8B5-6D71-76F6-81637B12C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757" y="2294192"/>
            <a:ext cx="1270000" cy="1270000"/>
          </a:xfrm>
          <a:prstGeom prst="rect">
            <a:avLst/>
          </a:prstGeom>
        </p:spPr>
      </p:pic>
      <p:pic>
        <p:nvPicPr>
          <p:cNvPr id="11" name="Picture 10" descr="A logo with a green circle and a black circle with a black line&#10;&#10;AI-generated content may be incorrect.">
            <a:extLst>
              <a:ext uri="{FF2B5EF4-FFF2-40B4-BE49-F238E27FC236}">
                <a16:creationId xmlns:a16="http://schemas.microsoft.com/office/drawing/2014/main" id="{64067C20-1AC7-01A7-D16D-D27EC805A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889" y="2415337"/>
            <a:ext cx="4078775" cy="2297710"/>
          </a:xfrm>
          <a:prstGeom prst="rect">
            <a:avLst/>
          </a:prstGeom>
        </p:spPr>
      </p:pic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6008C240-7A6D-9B26-51F6-39D1FCAC7F11}"/>
              </a:ext>
            </a:extLst>
          </p:cNvPr>
          <p:cNvSpPr/>
          <p:nvPr/>
        </p:nvSpPr>
        <p:spPr>
          <a:xfrm>
            <a:off x="6516022" y="3311609"/>
            <a:ext cx="1542867" cy="488495"/>
          </a:xfrm>
          <a:prstGeom prst="left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94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Tatu Aalto</dc:creator>
  <cp:lastModifiedBy>Tatu Aalto</cp:lastModifiedBy>
  <cp:revision>1</cp:revision>
  <dcterms:created xsi:type="dcterms:W3CDTF">2026-03-12T14:24:23Z</dcterms:created>
  <dcterms:modified xsi:type="dcterms:W3CDTF">2026-03-12T14:37:06Z</dcterms:modified>
</cp:coreProperties>
</file>